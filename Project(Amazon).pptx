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46B1C9-3ED3-4DE0-9953-FC32D8614131}" type="datetimeFigureOut">
              <a:rPr lang="en-IN" smtClean="0"/>
              <a:t>01-11-2025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C2FE39-B4B8-4907-8018-35BA2B36C2C9}" type="slidenum">
              <a:rPr lang="en-IN" smtClean="0"/>
              <a:t>‹#›</a:t>
            </a:fld>
            <a:endParaRPr lang="en-IN"/>
          </a:p>
        </p:txBody>
      </p:sp>
    </p:spTree>
    <p:extLst>
      <p:ext uri="{BB962C8B-B14F-4D97-AF65-F5344CB8AC3E}">
        <p14:creationId xmlns:p14="http://schemas.microsoft.com/office/powerpoint/2010/main" val="390518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Total Products</a:t>
            </a:r>
            <a:endParaRPr dirty="0"/>
          </a:p>
          <a:p>
            <a:r>
              <a:rPr b="0" dirty="0"/>
              <a:t>No alt text provided</a:t>
            </a:r>
            <a:endParaRPr dirty="0"/>
          </a:p>
          <a:p>
            <a:endParaRPr dirty="0"/>
          </a:p>
          <a:p>
            <a:r>
              <a:rPr b="1" dirty="0"/>
              <a:t>Average Rating</a:t>
            </a:r>
            <a:endParaRPr dirty="0"/>
          </a:p>
          <a:p>
            <a:r>
              <a:rPr b="0" dirty="0"/>
              <a:t>No alt text provided</a:t>
            </a:r>
            <a:endParaRPr dirty="0"/>
          </a:p>
          <a:p>
            <a:endParaRPr dirty="0"/>
          </a:p>
          <a:p>
            <a:r>
              <a:rPr b="1" dirty="0"/>
              <a:t>Total Reviews</a:t>
            </a:r>
            <a:endParaRPr dirty="0"/>
          </a:p>
          <a:p>
            <a:r>
              <a:rPr b="0" dirty="0"/>
              <a:t>No alt text provided</a:t>
            </a:r>
            <a:endParaRPr dirty="0"/>
          </a:p>
          <a:p>
            <a:endParaRPr dirty="0"/>
          </a:p>
          <a:p>
            <a:r>
              <a:rPr b="1" dirty="0"/>
              <a:t>Average Discount %</a:t>
            </a:r>
            <a:endParaRPr dirty="0"/>
          </a:p>
          <a:p>
            <a:r>
              <a:rPr b="0" dirty="0"/>
              <a:t>No alt text provided</a:t>
            </a:r>
            <a:endParaRPr dirty="0"/>
          </a:p>
          <a:p>
            <a:endParaRPr dirty="0"/>
          </a:p>
          <a:p>
            <a:r>
              <a:rPr b="1" dirty="0"/>
              <a:t>Product Count by Category</a:t>
            </a:r>
            <a:endParaRPr dirty="0"/>
          </a:p>
          <a:p>
            <a:r>
              <a:rPr b="0" dirty="0"/>
              <a:t>No alt text provided</a:t>
            </a:r>
            <a:endParaRPr dirty="0"/>
          </a:p>
          <a:p>
            <a:endParaRPr dirty="0"/>
          </a:p>
          <a:p>
            <a:r>
              <a:rPr b="1" dirty="0"/>
              <a:t>Product Distribution by Discount Category</a:t>
            </a:r>
            <a:endParaRPr dirty="0"/>
          </a:p>
          <a:p>
            <a:r>
              <a:rPr b="0" dirty="0"/>
              <a:t>No alt text provided</a:t>
            </a:r>
            <a:endParaRPr dirty="0"/>
          </a:p>
          <a:p>
            <a:endParaRPr dirty="0"/>
          </a:p>
          <a:p>
            <a:r>
              <a:rPr b="1" dirty="0"/>
              <a:t>Top Reviewed Products</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Amazon Real-Time E-Commerce Performance Dashboard</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Sales &amp; Discount</a:t>
            </a:r>
            <a:endParaRPr dirty="0"/>
          </a:p>
          <a:p>
            <a:r>
              <a:rPr b="0" dirty="0"/>
              <a:t>No alt text provided</a:t>
            </a:r>
            <a:endParaRPr dirty="0"/>
          </a:p>
          <a:p>
            <a:endParaRPr dirty="0"/>
          </a:p>
          <a:p>
            <a:r>
              <a:rPr b="1" dirty="0"/>
              <a:t>Rating &amp; Category</a:t>
            </a:r>
            <a:endParaRPr dirty="0"/>
          </a:p>
          <a:p>
            <a:r>
              <a:rPr b="0" dirty="0"/>
              <a:t>No alt text provided</a:t>
            </a:r>
            <a:endParaRPr dirty="0"/>
          </a:p>
          <a:p>
            <a:endParaRPr dirty="0"/>
          </a:p>
          <a:p>
            <a:r>
              <a:rPr b="1" dirty="0"/>
              <a:t>Amazon Festival </a:t>
            </a:r>
            <a:endParaRPr dirty="0"/>
          </a:p>
          <a:p>
            <a:r>
              <a:rPr b="0" dirty="0"/>
              <a:t>No alt text provided</a:t>
            </a:r>
            <a:endParaRPr dirty="0"/>
          </a:p>
          <a:p>
            <a:endParaRPr dirty="0"/>
          </a:p>
          <a:p>
            <a:r>
              <a:rPr b="1" dirty="0"/>
              <a:t>Product Performance </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Sales Volume</a:t>
            </a:r>
            <a:endParaRPr dirty="0"/>
          </a:p>
          <a:p>
            <a:r>
              <a:rPr b="0" dirty="0"/>
              <a:t>No alt text provided</a:t>
            </a:r>
            <a:endParaRPr dirty="0"/>
          </a:p>
          <a:p>
            <a:endParaRPr dirty="0"/>
          </a:p>
          <a:p>
            <a:r>
              <a:rPr b="1" dirty="0"/>
              <a:t>Average Rating</a:t>
            </a:r>
            <a:endParaRPr dirty="0"/>
          </a:p>
          <a:p>
            <a:r>
              <a:rPr b="0" dirty="0"/>
              <a:t>No alt text provided</a:t>
            </a:r>
            <a:endParaRPr dirty="0"/>
          </a:p>
          <a:p>
            <a:endParaRPr dirty="0"/>
          </a:p>
          <a:p>
            <a:r>
              <a:rPr b="1" dirty="0"/>
              <a:t>Average Discount %</a:t>
            </a:r>
            <a:endParaRPr dirty="0"/>
          </a:p>
          <a:p>
            <a:r>
              <a:rPr b="0" dirty="0"/>
              <a:t>No alt text provided</a:t>
            </a:r>
            <a:endParaRPr dirty="0"/>
          </a:p>
          <a:p>
            <a:endParaRPr dirty="0"/>
          </a:p>
          <a:p>
            <a:r>
              <a:rPr b="1" dirty="0"/>
              <a:t>Total Revenue</a:t>
            </a:r>
            <a:endParaRPr dirty="0"/>
          </a:p>
          <a:p>
            <a:r>
              <a:rPr b="0" dirty="0"/>
              <a:t>No alt text provided</a:t>
            </a:r>
            <a:endParaRPr dirty="0"/>
          </a:p>
          <a:p>
            <a:endParaRPr dirty="0"/>
          </a:p>
          <a:p>
            <a:r>
              <a:rPr b="1" dirty="0"/>
              <a:t>Average Discount by Sub-Category</a:t>
            </a:r>
            <a:endParaRPr dirty="0"/>
          </a:p>
          <a:p>
            <a:r>
              <a:rPr b="0" dirty="0"/>
              <a:t>No alt text provided</a:t>
            </a:r>
            <a:endParaRPr dirty="0"/>
          </a:p>
          <a:p>
            <a:endParaRPr dirty="0"/>
          </a:p>
          <a:p>
            <a:r>
              <a:rPr b="1" dirty="0"/>
              <a:t>Sales &amp; Discount Comparison by Sub-Category</a:t>
            </a:r>
            <a:endParaRPr dirty="0"/>
          </a:p>
          <a:p>
            <a:r>
              <a:rPr b="0" dirty="0"/>
              <a:t>No alt text provided</a:t>
            </a:r>
            <a:endParaRPr dirty="0"/>
          </a:p>
          <a:p>
            <a:endParaRPr dirty="0"/>
          </a:p>
          <a:p>
            <a:r>
              <a:rPr b="1" dirty="0"/>
              <a:t>Product Sales &amp; Discount Performance Analysis</a:t>
            </a:r>
            <a:endParaRPr dirty="0"/>
          </a:p>
          <a:p>
            <a:r>
              <a:rPr b="0" dirty="0"/>
              <a:t>No alt text provided</a:t>
            </a:r>
            <a:endParaRPr dirty="0"/>
          </a:p>
          <a:p>
            <a:endParaRPr dirty="0"/>
          </a:p>
          <a:p>
            <a:r>
              <a:rPr b="1" dirty="0"/>
              <a:t>Total Revenue by Sub Category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Sales Volume</a:t>
            </a:r>
            <a:endParaRPr dirty="0"/>
          </a:p>
          <a:p>
            <a:r>
              <a:rPr b="0" dirty="0"/>
              <a:t>No alt text provided</a:t>
            </a:r>
            <a:endParaRPr dirty="0"/>
          </a:p>
          <a:p>
            <a:endParaRPr dirty="0"/>
          </a:p>
          <a:p>
            <a:r>
              <a:rPr b="1" dirty="0"/>
              <a:t>Average Rating</a:t>
            </a:r>
            <a:endParaRPr dirty="0"/>
          </a:p>
          <a:p>
            <a:r>
              <a:rPr b="0" dirty="0"/>
              <a:t>No alt text provided</a:t>
            </a:r>
            <a:endParaRPr dirty="0"/>
          </a:p>
          <a:p>
            <a:endParaRPr dirty="0"/>
          </a:p>
          <a:p>
            <a:r>
              <a:rPr b="1" dirty="0"/>
              <a:t>Average Discount %</a:t>
            </a:r>
            <a:endParaRPr dirty="0"/>
          </a:p>
          <a:p>
            <a:r>
              <a:rPr b="0" dirty="0"/>
              <a:t>No alt text provided</a:t>
            </a:r>
            <a:endParaRPr dirty="0"/>
          </a:p>
          <a:p>
            <a:endParaRPr dirty="0"/>
          </a:p>
          <a:p>
            <a:r>
              <a:rPr b="1" dirty="0"/>
              <a:t>Total Revenue</a:t>
            </a:r>
            <a:endParaRPr dirty="0"/>
          </a:p>
          <a:p>
            <a:r>
              <a:rPr b="0" dirty="0"/>
              <a:t>No alt text provided</a:t>
            </a:r>
            <a:endParaRPr dirty="0"/>
          </a:p>
          <a:p>
            <a:endParaRPr dirty="0"/>
          </a:p>
          <a:p>
            <a:r>
              <a:rPr b="1" dirty="0"/>
              <a:t>Product Rating Distribution</a:t>
            </a:r>
            <a:endParaRPr dirty="0"/>
          </a:p>
          <a:p>
            <a:r>
              <a:rPr b="0" dirty="0"/>
              <a:t>No alt text provided</a:t>
            </a:r>
            <a:endParaRPr dirty="0"/>
          </a:p>
          <a:p>
            <a:endParaRPr dirty="0"/>
          </a:p>
          <a:p>
            <a:r>
              <a:rPr b="1" dirty="0"/>
              <a:t>Average Product Rating</a:t>
            </a:r>
            <a:endParaRPr dirty="0"/>
          </a:p>
          <a:p>
            <a:r>
              <a:rPr b="0" dirty="0"/>
              <a:t>No alt text provided</a:t>
            </a:r>
            <a:endParaRPr dirty="0"/>
          </a:p>
          <a:p>
            <a:endParaRPr dirty="0"/>
          </a:p>
          <a:p>
            <a:r>
              <a:rPr b="1" dirty="0"/>
              <a:t>Product Ratings &amp; Category Performance Analysis</a:t>
            </a:r>
            <a:endParaRPr dirty="0"/>
          </a:p>
          <a:p>
            <a:r>
              <a:rPr b="0" dirty="0"/>
              <a:t>No alt text provided</a:t>
            </a:r>
            <a:endParaRPr dirty="0"/>
          </a:p>
          <a:p>
            <a:endParaRPr dirty="0"/>
          </a:p>
          <a:p>
            <a:r>
              <a:rPr b="1" dirty="0"/>
              <a:t>Category Performance Summary</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Product Ratings Distribution by Sub-Category</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Total Sales Volume</a:t>
            </a:r>
            <a:endParaRPr dirty="0"/>
          </a:p>
          <a:p>
            <a:r>
              <a:rPr b="0" dirty="0"/>
              <a:t>No alt text provided</a:t>
            </a:r>
            <a:endParaRPr dirty="0"/>
          </a:p>
          <a:p>
            <a:endParaRPr dirty="0"/>
          </a:p>
          <a:p>
            <a:r>
              <a:rPr b="1" dirty="0"/>
              <a:t>Average Rating</a:t>
            </a:r>
            <a:endParaRPr dirty="0"/>
          </a:p>
          <a:p>
            <a:r>
              <a:rPr b="0" dirty="0"/>
              <a:t>No alt text provided</a:t>
            </a:r>
            <a:endParaRPr dirty="0"/>
          </a:p>
          <a:p>
            <a:endParaRPr dirty="0"/>
          </a:p>
          <a:p>
            <a:r>
              <a:rPr b="1" dirty="0"/>
              <a:t>Average Discount %</a:t>
            </a:r>
            <a:endParaRPr dirty="0"/>
          </a:p>
          <a:p>
            <a:r>
              <a:rPr b="0" dirty="0"/>
              <a:t>No alt text provided</a:t>
            </a:r>
            <a:endParaRPr dirty="0"/>
          </a:p>
          <a:p>
            <a:endParaRPr dirty="0"/>
          </a:p>
          <a:p>
            <a:r>
              <a:rPr b="1" dirty="0"/>
              <a:t>Total Revenue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Amazon Festival Performance Analysis</a:t>
            </a:r>
            <a:endParaRPr dirty="0"/>
          </a:p>
          <a:p>
            <a:r>
              <a:rPr b="0" dirty="0"/>
              <a:t>No alt text provided</a:t>
            </a:r>
            <a:endParaRPr dirty="0"/>
          </a:p>
          <a:p>
            <a:endParaRPr dirty="0"/>
          </a:p>
          <a:p>
            <a:r>
              <a:rPr b="1" dirty="0"/>
              <a:t>Total Profit</a:t>
            </a:r>
            <a:endParaRPr dirty="0"/>
          </a:p>
          <a:p>
            <a:r>
              <a:rPr b="0" dirty="0"/>
              <a:t>No alt text provided</a:t>
            </a:r>
            <a:endParaRPr dirty="0"/>
          </a:p>
          <a:p>
            <a:endParaRPr dirty="0"/>
          </a:p>
          <a:p>
            <a:r>
              <a:rPr b="1" dirty="0"/>
              <a:t>Product Distribution by Festival </a:t>
            </a:r>
            <a:endParaRPr dirty="0"/>
          </a:p>
          <a:p>
            <a:r>
              <a:rPr b="0" dirty="0"/>
              <a:t>No alt text provided</a:t>
            </a:r>
            <a:endParaRPr dirty="0"/>
          </a:p>
          <a:p>
            <a:endParaRPr dirty="0"/>
          </a:p>
          <a:p>
            <a:r>
              <a:rPr b="1" dirty="0"/>
              <a:t>Average Discount by Festival </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5cb5a8f-3fa7-4f46-a14a-a01894fdf185?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45cb5a8f-3fa7-4f46-a14a-a01894fdf185/?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45cb5a8f-3fa7-4f46-a14a-a01894fdf185/?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45cb5a8f-3fa7-4f46-a14a-a01894fdf185/?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5cb5a8f-3fa7-4f46-a14a-a01894fdf185/?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Project(Amazon)</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
        <p:nvSpPr>
          <p:cNvPr id="3" name="TextBox 2">
            <a:extLst>
              <a:ext uri="{FF2B5EF4-FFF2-40B4-BE49-F238E27FC236}">
                <a16:creationId xmlns:a16="http://schemas.microsoft.com/office/drawing/2014/main" id="{945D4485-798E-5287-0F53-3E20DCC8C448}"/>
              </a:ext>
            </a:extLst>
          </p:cNvPr>
          <p:cNvSpPr txBox="1"/>
          <p:nvPr/>
        </p:nvSpPr>
        <p:spPr>
          <a:xfrm>
            <a:off x="810584" y="4131778"/>
            <a:ext cx="2868531" cy="461665"/>
          </a:xfrm>
          <a:prstGeom prst="rect">
            <a:avLst/>
          </a:prstGeom>
          <a:noFill/>
        </p:spPr>
        <p:txBody>
          <a:bodyPr wrap="square">
            <a:spAutoFit/>
          </a:bodyPr>
          <a:lstStyle/>
          <a:p>
            <a:pPr algn="l">
              <a:defRPr/>
            </a:pPr>
            <a:r>
              <a:rPr lang="en-US" sz="2400" b="1" dirty="0">
                <a:solidFill>
                  <a:srgbClr val="F3C910"/>
                </a:solidFill>
                <a:latin typeface="Georgia Pro Semibold" panose="02040702050405020303" pitchFamily="18" charset="0"/>
              </a:rPr>
              <a:t>Sabharishraja T A</a:t>
            </a:r>
          </a:p>
        </p:txBody>
      </p:sp>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otal Products ,Average Rating ,Total Reviews ,Average Discount % ,Product Count by Category ,Product Distribution by Discount Category ,Top Reviewed Products ,image ,shape ,shape ,shape ,shape ,shape ,Amazon Real-Time E-Commerce Performance Dashboard ,shape ,slicer ,slicer ,slicer ,slicer ,image ,shape ,Sales &amp; Discount ,Rating &amp; Category ,Amazon Festival  ,Product Performance .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Amazon Product Performance 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image ,Total Sales Volume ,Average Rating ,Average Discount % ,Total Revenue ,Average Discount by Sub-Category ,Sales &amp; Discount Comparison by Sub-Category ,Product Sales &amp; Discount Performance Analysis ,Total Revenue by Sub Category ,actionButton ,actionButton ,shape ,slicer ,slicer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Sales &amp; Discount Performance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image ,Total Sales Volume ,Average Rating ,Average Discount % ,Total Revenue ,Product Rating Distribution ,Average Product Rating ,Product Ratings &amp; Category Performance Analysis ,Category Performance Summary ,actionButton ,actionButton ,Product Ratings Distribution by Sub-Category ,shape ,slicer ,slicer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Product Ratings &amp; Category Performance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shape ,shape ,image ,Total Sales Volume ,Average Rating ,Average Discount % ,Total Revenue ,slicer ,slicer ,slicer ,slicer ,Amazon Festival Performance Analysis ,Total Profit ,Product Distribution by Festival  ,Average Discount by Festival  ,image ,actionButton ,imag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Amazon Festival &amp; Prime Performance Analysis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532</Words>
  <Application>Microsoft Office PowerPoint</Application>
  <PresentationFormat>Widescreen</PresentationFormat>
  <Paragraphs>252</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Arial</vt:lpstr>
      <vt:lpstr>Calibri</vt:lpstr>
      <vt:lpstr>Calibri Light</vt:lpstr>
      <vt:lpstr>Georgia Pro Semibold</vt:lpstr>
      <vt:lpstr>Segoe UI Light</vt:lpstr>
      <vt:lpstr>Custom Design</vt:lpstr>
      <vt:lpstr>Project(Amazon)</vt:lpstr>
      <vt:lpstr>Amazon Product Performance Overview</vt:lpstr>
      <vt:lpstr>Product Sales &amp; Discount Performance Analysis</vt:lpstr>
      <vt:lpstr>Product Ratings &amp; Category Performance Analysis</vt:lpstr>
      <vt:lpstr>Amazon Festival &amp; Prime Performance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Sabharishraja T A</cp:lastModifiedBy>
  <cp:revision>5</cp:revision>
  <dcterms:created xsi:type="dcterms:W3CDTF">2016-09-04T11:54:55Z</dcterms:created>
  <dcterms:modified xsi:type="dcterms:W3CDTF">2025-11-01T11:31:57Z</dcterms:modified>
</cp:coreProperties>
</file>